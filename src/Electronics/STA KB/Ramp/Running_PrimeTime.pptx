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ee52b8b-d750-2089-a4df-1c35f46bd2fc}">
          <p14:sldIdLst>
            <p14:sldId id="256"/>
            <p14:sldId id="257"/>
          </p14:sldIdLst>
        </p14:section>
        <p14:section name="Environment" id="{16c2c0f0-9506-0c11-e7cb-5f2e40922929}">
          <p14:sldIdLst>
            <p14:sldId id="258"/>
            <p14:sldId id="259"/>
            <p14:sldId id="260"/>
          </p14:sldIdLst>
        </p14:section>
        <p14:section name="Run flow" id="{37f00a66-4815-5302-f81e-7d2572cef14e}">
          <p14:sldIdLst>
            <p14:sldId id="261"/>
            <p14:sldId id="262"/>
          </p14:sldIdLst>
        </p14:section>
        <p14:section name="Checks &amp; reports" id="{047030c6-dbbb-4fe3-66ad-b340613b3d65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3-day STA ramp-up plan (Day 2: running STA). Commands are taken from public university PrimeTime labs and Synopsys material; exact syntax and options vary by PrimeTime version, so confirm with man pages in pt_shell.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and report names from the LTH PrimeTime lab slides (netlists/: .v .sdf .spef .sdc; reports/: setup.rpt hold.rpt violate.rpt skew.rpt). Session save/restore from the velog Synopsys lab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and init script: LTH PrimeTime lab slides. .synopsys_pt.setup and the RM file split (common_setup.tcl, pt_setup.tcl, pt_scripts/pt.tcl): velog Synopsys lab notes and the UT Austin standard-cell PrimeTime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lines from the LTH lab slides; printvar/list_libraries/report_lib from the velog lab notes. The LTH slides use link_library; the velog notes print link_path (PrimeTime's name for the link list). Check which your version expects with man link_path.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pt_shell -64bit and start_gui: LTH lab slides. pt_shell and source &lt;script&gt;: UT Austin tutorial. -f run.tcl | tee -i run.log: velog lab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(design → parasitics → constraints → update/report/analyze with save and restore → signoff) from the velog lab notes. Commands from the LTH lab slides and velog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Assembled from commands shown in the LTH PrimeTime lab slides (worst case for setup, best case for hold) and the velog notes. &lt;worst | best&gt; is a placeholder for your library's operating-condition names. Redirect with &gt; as in standard pt_shell Tcl usage shown in the lab's power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from the velog Synopsys lab notes. Ties to playlist Week 6 Video 1 (check_timing clean) and Week 5 Videos 6–7 (netlist log, parasitics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and defaults from the LTH lab slides. Report types endpoint / full / full clock expanded are covered in playlist Week 6 Video 4; check report_timing -path options in your version's man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behaviour from the velog lab notes (exact save_session/restore_session syntax not shown there; check man pages). Advanced features from the Synopsys PrimeTime product page and datasheet; see Day 2–3 of the ramp-up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Running PrimeTime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Setting up the environment and running a static timing analysis in Synopsys PrimeTime (pt_shell)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goes in, what comes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1612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27558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78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Netlist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Gate-level Verilog (.v) from synthesis or P&amp;R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4206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21792" y="20756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18998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Libraries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304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Compiled timing libraries (.db)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4206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" y="2990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10438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SDC: clocks, I/O delays, exceptions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749040"/>
            <a:ext cx="42062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21792" y="39044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401878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822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Parasitics &amp; delays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SPEF (RC), optionally SDF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846320" y="2331720"/>
            <a:ext cx="548640" cy="5486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4" name="Shape 18"/>
          <p:cNvSpPr/>
          <p:nvPr/>
        </p:nvSpPr>
        <p:spPr>
          <a:xfrm>
            <a:off x="5577840" y="1005840"/>
            <a:ext cx="3108960" cy="352044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25" name="Shape 19"/>
          <p:cNvSpPr/>
          <p:nvPr/>
        </p:nvSpPr>
        <p:spPr>
          <a:xfrm>
            <a:off x="580644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170" y="13601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4652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5806440" y="19659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setup.rpt, hold.rpt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violators (violate.rpt)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clock skew (skew.rpt)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saved session to reload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 up the working area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layout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netlists/   .v .sdf .spef .sdc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    .tcl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reports/    setup, hold, skew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.synopsys_pt.setup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Your site may provide an init script that creates this layout and sets the tool path (one lab uses inittde).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3030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Setup scripts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78308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.synopsys_pt.setup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Hidden file in the run directory; holds library paths and aliases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Reference-methodology scripts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common_setup.tcl (shared with DC and ICC), pt_setup.tcl (PT settings), pt.tcl (your run and checks)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Point PrimeTime at the libraries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457200" y="1005840"/>
            <a:ext cx="47548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43891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.synopsys_pt.setup or pt_setup.tcl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search_path  "&lt;lib path&gt; &lt;design path&gt;"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link_library "* design.db"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target_library "design.db"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inside pt_shell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printvar search_path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printvar link_path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list_libraries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report_lib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search_path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3533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Directories searched for libraries and design files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link_library / link_path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5420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Libraries used to resolve cells; "*" means designs already in memory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list_libraries, report_lib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730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Check the right .db files actually loaded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ways to launch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5204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Interactive shell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194560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pt_shell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64-bit on some sites: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pt_shell -64bit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Type commands, or source a script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35204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188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030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9080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Batch with a log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474720" y="1828800"/>
            <a:ext cx="2194560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584448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pt_shell -f run.tcl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tee -i run.log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Runs the whole script and keeps the log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2560320" cy="35204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3030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03720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GUI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309360" y="1828800"/>
            <a:ext cx="2194560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19088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pt_shell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start_gui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Visual path and schematic browsing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run flow in six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5528" y="1097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552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89888" y="1371600"/>
            <a:ext cx="80467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read_verilog, current_design, link_design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80467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856232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Parasitics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56232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47672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read_parasitics (SPEF), read_sdf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93592" y="1097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9359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87952" y="1371600"/>
            <a:ext cx="80467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255264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Constraints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55264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46704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read_sdc, then operating conditions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92624" y="1097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92624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86984" y="1371600"/>
            <a:ext cx="80467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654296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54296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45736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check_timing, parasitic annotation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91656" y="1097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91656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86016" y="1371600"/>
            <a:ext cx="804672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053328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53328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44768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report_timing, violator report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90688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9068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&amp; signoff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52360" y="237744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43800" y="24688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Save session, restore, iterate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Parasitics matter most at current nodes, where net delay dominates. Steps 3–5 loop until timing is clean.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minimal run script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457200" y="1005840"/>
            <a:ext cx="448056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Load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read_verilog top_level.v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current_design "top_level"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link_design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Parasitics and delays (post-layout)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read_parasitics -format SPEF top_level.spef.gz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read_sdf top_level.sdf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Constraints and corner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read_sdc top_level.sdc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set_operating_conditions &lt;worst | best&gt;</a:t>
            </a:r>
            <a:endParaRPr lang="en-US" sz="1100" dirty="0"/>
          </a:p>
        </p:txBody>
      </p:sp>
      <p:sp>
        <p:nvSpPr>
          <p:cNvPr id="5" name="Code panel"/>
          <p:cNvSpPr/>
          <p:nvPr/>
        </p:nvSpPr>
        <p:spPr>
          <a:xfrm>
            <a:off x="5120640" y="10058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0" y="1143000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check_timing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report_annotated_parasitics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report_timing -delay max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-path full_path -max_paths 10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reports/setup.rpt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report_timing -delay min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reports/hold.rpt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report_constraints -all_violators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Sanity checks before trusting slack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607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75004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05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check_timing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0058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Flags missing constraints, such as unconstrained outputs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7739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88236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7190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report_annotated_parasitics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17190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Shows how many nets got RC values; "not annotated" nets can't be trusted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4871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146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432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report_exceptions -ignored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389120" y="243230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Lists false/multicycle paths the tool ignored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1470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report_analysis_coverage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389120" y="314553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Shows which timing checks were actually analysed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7932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858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list_designs, current_design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4389120" y="38587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Confirms the right top design is linked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Reading the main reports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 / option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you get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report_timing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Worst path by default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-delay max | min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Setup (max) or hold (min)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-path full_path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Full path detail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-max_paths &lt;n&gt;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Paths per group (default 1)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-from … -to …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Limit to start and end points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report_constraints -all_violators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All setup, hold and DRC violations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report_clock_timing -type skew -verbose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Clock skew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Iterate with sessions, then scale 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 and restore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saved session is a directory you can reload instead of re-reading everything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Sessions are tied to the PrimeTime version that wrote them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Typical loop: edit pt.tcl, rerun, compare reports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3030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Beyond a single run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78308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Distributed multi-scenario and multi-corner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Crosstalk (PrimeTime SI), AOCV / POCV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PBA accuracy at GBA runtime (HyperTrace)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Physically-aware ECO guidance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Caveats &amp;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1158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5156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Commands come from public university labs, not Synopsys's own user guide (that needs a SolvNet login).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Syntax and options vary by version; run man &lt;command&gt; in pt_shell to confirm.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Paths, library names and operating conditions are placeholders for your site's values.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Sources: 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Lund University (LTH) ETIN35 PrimeTime slides · UT Austin CERC standard-cell PrimeTime tutorial · velog "SYNOPSYS DAY10" PrimeTime lab notes · Synopsys PrimeTime product page and datasheet · Bhasker &amp; Chadha, Static Timing Analysis for Nanometer Designs, Ch. 7–8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on Copper">
  <a:themeElements>
    <a:clrScheme name="Silicon Copper">
      <a:dk1>
        <a:srgbClr val="1B2631"/>
      </a:dk1>
      <a:lt1>
        <a:srgbClr val="FFFFFF"/>
      </a:lt1>
      <a:dk2>
        <a:srgbClr val="2E4053"/>
      </a:dk2>
      <a:lt2>
        <a:srgbClr val="EEF2F4"/>
      </a:lt2>
      <a:accent1>
        <a:srgbClr val="B8733A"/>
      </a:accent1>
      <a:accent2>
        <a:srgbClr val="2A9D8F"/>
      </a:accent2>
      <a:accent3>
        <a:srgbClr val="5D6D7E"/>
      </a:accent3>
      <a:accent4>
        <a:srgbClr val="D9A066"/>
      </a:accent4>
      <a:accent5>
        <a:srgbClr val="8FB9B3"/>
      </a:accent5>
      <a:accent6>
        <a:srgbClr val="C0392B"/>
      </a:accent6>
      <a:hlink>
        <a:srgbClr val="2A9D8F"/>
      </a:hlink>
      <a:folHlink>
        <a:srgbClr val="5D6D7E"/>
      </a:folHlink>
    </a:clrScheme>
    <a:fontScheme name="Silicon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Running PrimeTime</dc:title>
  <dc:subject>PptxGenJS Presentation</dc:subject>
  <dc:creator>pantdeva</dc:creator>
  <cp:lastModifiedBy>pantdeva</cp:lastModifiedBy>
  <cp:revision>1</cp:revision>
  <dcterms:created xsi:type="dcterms:W3CDTF">2026-10-16T04:22:11Z</dcterms:created>
  <dcterms:modified xsi:type="dcterms:W3CDTF">2026-10-16T04:22:11Z</dcterms:modified>
</cp:coreProperties>
</file>